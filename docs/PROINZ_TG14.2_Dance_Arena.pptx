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7"/>
  </p:notesMasterIdLst>
  <p:sldIdLst>
    <p:sldId id="265" r:id="rId3"/>
    <p:sldId id="257" r:id="rId4"/>
    <p:sldId id="266" r:id="rId5"/>
    <p:sldId id="267" r:id="rId6"/>
    <p:sldId id="268" r:id="rId7"/>
    <p:sldId id="259" r:id="rId8"/>
    <p:sldId id="269" r:id="rId9"/>
    <p:sldId id="261" r:id="rId10"/>
    <p:sldId id="275" r:id="rId11"/>
    <p:sldId id="260" r:id="rId12"/>
    <p:sldId id="262" r:id="rId13"/>
    <p:sldId id="274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109" d="100"/>
          <a:sy n="109" d="100"/>
        </p:scale>
        <p:origin x="1614" y="108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9.10.2025.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9.10.2025.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&lt;</a:t>
            </a:r>
            <a:r>
              <a:rPr lang="en-US" sz="4000" noProof="0" dirty="0"/>
              <a:t>Dance Arena</a:t>
            </a:r>
            <a:r>
              <a:rPr lang="hr-HR" sz="4000" noProof="0" dirty="0"/>
              <a:t>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en-US" sz="1400" noProof="0" dirty="0"/>
              <a:t>14</a:t>
            </a:r>
            <a:r>
              <a:rPr lang="hr-HR" sz="1400" noProof="0" dirty="0"/>
              <a:t>.</a:t>
            </a:r>
            <a:r>
              <a:rPr lang="en-US" sz="1400" noProof="0" dirty="0"/>
              <a:t>2</a:t>
            </a:r>
            <a:r>
              <a:rPr lang="hr-HR" sz="1400" noProof="0" dirty="0"/>
              <a:t> &lt;</a:t>
            </a:r>
            <a:r>
              <a:rPr lang="en-US" sz="1400" noProof="0" dirty="0" err="1"/>
              <a:t>UnderDogs</a:t>
            </a:r>
            <a:r>
              <a:rPr lang="hr-HR" sz="1400" noProof="0" dirty="0"/>
              <a:t>&gt;</a:t>
            </a:r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Što aplikacija rješava?</a:t>
            </a:r>
          </a:p>
          <a:p>
            <a:pPr lvl="0"/>
            <a:r>
              <a:rPr lang="hr-HR" altLang="sr-Latn-RS" dirty="0"/>
              <a:t>Cilj: Glavna svrha i funkcionalnosti aplikacije.</a:t>
            </a:r>
          </a:p>
          <a:p>
            <a:pPr lvl="0"/>
            <a:r>
              <a:rPr lang="hr-HR" altLang="sr-Latn-RS" dirty="0"/>
              <a:t>Postoji li slično rješenje? Što je Vaša prednost?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  <a:r>
              <a:rPr lang="hr-HR" noProof="0" dirty="0"/>
              <a:t> (max. 1 slajd)</a:t>
            </a:r>
          </a:p>
          <a:p>
            <a:r>
              <a:rPr lang="hr-HR" noProof="0" dirty="0"/>
              <a:t>Nefunkcionalni i zahtjevi domene primjene (max. 1 slajd)</a:t>
            </a:r>
          </a:p>
          <a:p>
            <a:r>
              <a:rPr lang="hr-HR" i="1" noProof="0" dirty="0"/>
              <a:t>U usmenom izlaganju ukratko raspravite samo o primjerima glavnih izazova i povežite ih sa sljedećim slajdom dijagrama slučajeva upotrebe UML-a!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 visokoj razini apstrakcije</a:t>
            </a:r>
          </a:p>
          <a:p>
            <a:r>
              <a:rPr lang="hr-HR" noProof="0" dirty="0"/>
              <a:t>Dijagram arhitekture (komponente, slojevi, povezivanje).</a:t>
            </a:r>
          </a:p>
          <a:p>
            <a:r>
              <a:rPr lang="hr-HR" i="1" noProof="0" dirty="0"/>
              <a:t>Po potrebi: UML dijagram razreda i razmještaja.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Organizacija ispitivanja</a:t>
            </a:r>
          </a:p>
          <a:p>
            <a:r>
              <a:rPr lang="hr-HR" noProof="0" dirty="0"/>
              <a:t>Fokus ispitivanja. Potpunost ispitivanja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noProof="0" dirty="0"/>
              <a:t>za izradu programske podrške , ispitivanje, dokumentaciju, komunikaciju i upravljanje</a:t>
            </a:r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 (korištene platforme/SW ....)</a:t>
            </a:r>
          </a:p>
          <a:p>
            <a:pPr lvl="1"/>
            <a:r>
              <a:rPr lang="hr-HR" noProof="0" dirty="0"/>
              <a:t>GitHub iskustvo</a:t>
            </a:r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Primijenjeni model životnog ciklusa</a:t>
            </a:r>
          </a:p>
          <a:p>
            <a:pPr lvl="1"/>
            <a:r>
              <a:rPr lang="hr-HR" noProof="0" dirty="0"/>
              <a:t>ad-hoc, vodopadni,….</a:t>
            </a:r>
          </a:p>
          <a:p>
            <a:r>
              <a:rPr lang="hr-HR" noProof="0" dirty="0"/>
              <a:t>Tablica raščlambe zadataka članova s procijenjenim naporom u satima (jedan slajd)</a:t>
            </a:r>
          </a:p>
          <a:p>
            <a:pPr lvl="1"/>
            <a:r>
              <a:rPr lang="hr-HR" i="1" noProof="0" dirty="0"/>
              <a:t>U usmenom izlaganju samo diskutirajte o glavnim problemima rasporeda i svom iskustvu za njihovo rješavanje (npr. preuzimanje zadataka drugih članova ...)</a:t>
            </a:r>
          </a:p>
          <a:p>
            <a:r>
              <a:rPr lang="hr-HR" noProof="0" dirty="0"/>
              <a:t>Vremenski okvir razvoja (specifikacija, implementacija, testiranje, dokumentacija)</a:t>
            </a:r>
          </a:p>
          <a:p>
            <a:pPr lvl="1"/>
            <a:r>
              <a:rPr lang="hr-HR" noProof="0" dirty="0"/>
              <a:t>Poželjan grafički prikaz</a:t>
            </a:r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Što je bilo dobro, a što je moglo bolje</a:t>
            </a:r>
          </a:p>
          <a:p>
            <a:pPr lvl="1"/>
            <a:r>
              <a:rPr lang="hr-HR" noProof="0" dirty="0"/>
              <a:t>A što se nikako ne bi smjelo ponoviti </a:t>
            </a:r>
            <a:r>
              <a:rPr lang="hr-HR" noProof="0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noProof="0" dirty="0"/>
              <a:t>Nekoliko savjeta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10-15 slajdova je sasvim dovoljno – istaknite samo najvažnije činjenice</a:t>
            </a:r>
          </a:p>
          <a:p>
            <a:r>
              <a:rPr lang="hr-HR" noProof="0" dirty="0"/>
              <a:t>Prezentaciju možete grafički urediti prema svojem nahođenju uz ograničenja:</a:t>
            </a:r>
          </a:p>
          <a:p>
            <a:pPr lvl="1"/>
            <a:r>
              <a:rPr lang="hr-HR" noProof="0" dirty="0"/>
              <a:t>Obavezan sadržaj naslovne stranice</a:t>
            </a:r>
          </a:p>
          <a:p>
            <a:pPr lvl="1"/>
            <a:r>
              <a:rPr lang="hr-HR" noProof="0" dirty="0"/>
              <a:t>Obavezni brojevi stranica</a:t>
            </a:r>
          </a:p>
          <a:p>
            <a:r>
              <a:rPr lang="hr-HR" b="1" noProof="0" dirty="0"/>
              <a:t>Priprema izlaganja na satu:</a:t>
            </a:r>
          </a:p>
          <a:p>
            <a:pPr lvl="1"/>
            <a:r>
              <a:rPr lang="hr-HR" noProof="0" dirty="0"/>
              <a:t>Pokrenite sve potrebne programe i alate na računalu prije početka Vašeg izlaganja te provjerite kompatibilnost opreme!</a:t>
            </a:r>
          </a:p>
          <a:p>
            <a:pPr lvl="2"/>
            <a:r>
              <a:rPr lang="hr-HR" dirty="0"/>
              <a:t>Standardni HDMI priključak. Eduraom.</a:t>
            </a:r>
            <a:endParaRPr lang="hr-HR" noProof="0" dirty="0"/>
          </a:p>
          <a:p>
            <a:pPr lvl="1"/>
            <a:r>
              <a:rPr lang="pl-PL" dirty="0"/>
              <a:t>Vježbati izlaganje u 15 minuta.</a:t>
            </a:r>
          </a:p>
          <a:p>
            <a:pPr lvl="1"/>
            <a:r>
              <a:rPr lang="hr-HR" b="1" noProof="0" dirty="0"/>
              <a:t>Poštujte zadani vremenski okvir!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1212</TotalTime>
  <Words>422</Words>
  <Application>Microsoft Office PowerPoint</Application>
  <PresentationFormat>Prikaz na zaslonu (4:3)</PresentationFormat>
  <Paragraphs>90</Paragraphs>
  <Slides>14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14</vt:i4>
      </vt:variant>
    </vt:vector>
  </HeadingPairs>
  <TitlesOfParts>
    <vt:vector size="28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&lt;Dance Arena&gt;</vt:lpstr>
      <vt:lpstr>Sadržaj</vt:lpstr>
      <vt:lpstr>Sadržaj</vt:lpstr>
      <vt:lpstr>Članovi grupe</vt:lpstr>
      <vt:lpstr>O projektu</vt:lpstr>
      <vt:lpstr>Pregled zahtjeva</vt:lpstr>
      <vt:lpstr>UML dijagram obrazaca uporabe</vt:lpstr>
      <vt:lpstr>Arhitektura sustava</vt:lpstr>
      <vt:lpstr>Ispitivanje</vt:lpstr>
      <vt:lpstr>Korišteni alati i tehnologije</vt:lpstr>
      <vt:lpstr>Organizacija rada</vt:lpstr>
      <vt:lpstr>Demonstracija aplikacije</vt:lpstr>
      <vt:lpstr>Zaključak</vt:lpstr>
      <vt:lpstr>Nekoliko savjeta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fico fabijanec</cp:lastModifiedBy>
  <cp:revision>20</cp:revision>
  <dcterms:created xsi:type="dcterms:W3CDTF">2016-01-18T13:10:52Z</dcterms:created>
  <dcterms:modified xsi:type="dcterms:W3CDTF">2025-10-09T14:44:57Z</dcterms:modified>
</cp:coreProperties>
</file>